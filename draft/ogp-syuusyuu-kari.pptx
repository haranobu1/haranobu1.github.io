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4800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785654"/>
            <a:ext cx="6858000" cy="1671320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521427"/>
            <a:ext cx="6858000" cy="1159033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48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13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6817"/>
            <a:ext cx="7886700" cy="1996916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12624"/>
            <a:ext cx="7886700" cy="1050131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973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937"/>
            <a:ext cx="3886200" cy="30459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937"/>
            <a:ext cx="3886200" cy="30459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88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55588"/>
            <a:ext cx="7886700" cy="9278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76814"/>
            <a:ext cx="3868340" cy="576738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753552"/>
            <a:ext cx="3868340" cy="25792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76814"/>
            <a:ext cx="3887391" cy="576738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53552"/>
            <a:ext cx="3887391" cy="25792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03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86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46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0040"/>
            <a:ext cx="2949178" cy="11201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691198"/>
            <a:ext cx="4629150" cy="3411538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440180"/>
            <a:ext cx="2949178" cy="266811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27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0040"/>
            <a:ext cx="2949178" cy="11201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691198"/>
            <a:ext cx="4629150" cy="3411538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440180"/>
            <a:ext cx="2949178" cy="266811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57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0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55587"/>
            <a:ext cx="1971675" cy="406828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55587"/>
            <a:ext cx="5800725" cy="406828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18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55588"/>
            <a:ext cx="7886700" cy="927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77937"/>
            <a:ext cx="7886700" cy="3045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449445"/>
            <a:ext cx="2057400" cy="255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5E31B-7EB5-4AA6-9821-A1B9A0D2ECE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449445"/>
            <a:ext cx="3086100" cy="255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449445"/>
            <a:ext cx="2057400" cy="255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280BA-F540-4675-B617-FA8531476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70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kumimoji="1"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CF2CF71-9530-BE41-2FCC-527E6ADC8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8006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454899-04B3-C97E-0067-8ACA9615E57B}"/>
              </a:ext>
            </a:extLst>
          </p:cNvPr>
          <p:cNvSpPr txBox="1"/>
          <p:nvPr/>
        </p:nvSpPr>
        <p:spPr>
          <a:xfrm>
            <a:off x="1098342" y="1757011"/>
            <a:ext cx="7895110" cy="803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620" b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修習技術者支援委員会（仮）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2474F9-ABF1-5004-AD97-69B2FFB245FC}"/>
              </a:ext>
            </a:extLst>
          </p:cNvPr>
          <p:cNvSpPr txBox="1"/>
          <p:nvPr/>
        </p:nvSpPr>
        <p:spPr>
          <a:xfrm>
            <a:off x="3285376" y="895467"/>
            <a:ext cx="2339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近畿本部</a:t>
            </a:r>
          </a:p>
        </p:txBody>
      </p:sp>
    </p:spTree>
    <p:extLst>
      <p:ext uri="{BB962C8B-B14F-4D97-AF65-F5344CB8AC3E}">
        <p14:creationId xmlns:p14="http://schemas.microsoft.com/office/powerpoint/2010/main" val="3535660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9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宣明 原口</dc:creator>
  <cp:lastModifiedBy>宣明 原口</cp:lastModifiedBy>
  <cp:revision>1</cp:revision>
  <dcterms:created xsi:type="dcterms:W3CDTF">2026-05-31T03:09:49Z</dcterms:created>
  <dcterms:modified xsi:type="dcterms:W3CDTF">2026-05-31T03:16:40Z</dcterms:modified>
</cp:coreProperties>
</file>