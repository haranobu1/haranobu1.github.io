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</p:sldIdLst>
  <p:sldSz cx="9144000" cy="4800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60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785654"/>
            <a:ext cx="6858000" cy="1671320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521427"/>
            <a:ext cx="6858000" cy="1159033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3482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13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196817"/>
            <a:ext cx="7886700" cy="1996916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212624"/>
            <a:ext cx="7886700" cy="1050131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9739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277937"/>
            <a:ext cx="3886200" cy="30459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277937"/>
            <a:ext cx="3886200" cy="30459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3889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55588"/>
            <a:ext cx="7886700" cy="92789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176814"/>
            <a:ext cx="3868340" cy="576738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753552"/>
            <a:ext cx="3868340" cy="25792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176814"/>
            <a:ext cx="3887391" cy="576738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753552"/>
            <a:ext cx="3887391" cy="25792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6033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2862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1468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20040"/>
            <a:ext cx="2949178" cy="11201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691198"/>
            <a:ext cx="4629150" cy="3411538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440180"/>
            <a:ext cx="2949178" cy="2668112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4279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20040"/>
            <a:ext cx="2949178" cy="11201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691198"/>
            <a:ext cx="4629150" cy="3411538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440180"/>
            <a:ext cx="2949178" cy="2668112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57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406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55587"/>
            <a:ext cx="1971675" cy="406828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55587"/>
            <a:ext cx="5800725" cy="406828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9187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55588"/>
            <a:ext cx="7886700" cy="9278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277937"/>
            <a:ext cx="7886700" cy="3045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449445"/>
            <a:ext cx="2057400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D5E31B-7EB5-4AA6-9821-A1B9A0D2ECEF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449445"/>
            <a:ext cx="3086100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449445"/>
            <a:ext cx="2057400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706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kumimoji="1"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CF2CF71-9530-BE41-2FCC-527E6ADC8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48006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3454899-04B3-C97E-0067-8ACA9615E57B}"/>
              </a:ext>
            </a:extLst>
          </p:cNvPr>
          <p:cNvSpPr txBox="1"/>
          <p:nvPr/>
        </p:nvSpPr>
        <p:spPr>
          <a:xfrm>
            <a:off x="1514111" y="1985705"/>
            <a:ext cx="6115777" cy="8032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修習技術者支援委員会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B2474F9-ABF1-5004-AD97-69B2FFB245FC}"/>
              </a:ext>
            </a:extLst>
          </p:cNvPr>
          <p:cNvSpPr txBox="1"/>
          <p:nvPr/>
        </p:nvSpPr>
        <p:spPr>
          <a:xfrm>
            <a:off x="3402448" y="999229"/>
            <a:ext cx="233910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20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近畿本部</a:t>
            </a:r>
          </a:p>
        </p:txBody>
      </p:sp>
    </p:spTree>
    <p:extLst>
      <p:ext uri="{BB962C8B-B14F-4D97-AF65-F5344CB8AC3E}">
        <p14:creationId xmlns:p14="http://schemas.microsoft.com/office/powerpoint/2010/main" val="3535660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CF2CF71-9530-BE41-2FCC-527E6ADC8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48006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3454899-04B3-C97E-0067-8ACA9615E57B}"/>
              </a:ext>
            </a:extLst>
          </p:cNvPr>
          <p:cNvSpPr txBox="1"/>
          <p:nvPr/>
        </p:nvSpPr>
        <p:spPr>
          <a:xfrm>
            <a:off x="3293445" y="1757011"/>
            <a:ext cx="2557110" cy="222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試験概要</a:t>
            </a:r>
            <a:endParaRPr lang="en-US" altLang="ja-JP" sz="4620" b="1">
              <a:ln w="3175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受験案内</a:t>
            </a:r>
            <a:endParaRPr lang="en-US" altLang="ja-JP" sz="4620" b="1">
              <a:ln w="3175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関連情報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B2474F9-ABF1-5004-AD97-69B2FFB245FC}"/>
              </a:ext>
            </a:extLst>
          </p:cNvPr>
          <p:cNvSpPr txBox="1"/>
          <p:nvPr/>
        </p:nvSpPr>
        <p:spPr>
          <a:xfrm>
            <a:off x="2325231" y="895467"/>
            <a:ext cx="449353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20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技術士第一次試験</a:t>
            </a:r>
          </a:p>
        </p:txBody>
      </p:sp>
    </p:spTree>
    <p:extLst>
      <p:ext uri="{BB962C8B-B14F-4D97-AF65-F5344CB8AC3E}">
        <p14:creationId xmlns:p14="http://schemas.microsoft.com/office/powerpoint/2010/main" val="388153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CF2CF71-9530-BE41-2FCC-527E6ADC8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48006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B08D6FB-0568-07F6-1BA8-17F24EE35897}"/>
              </a:ext>
            </a:extLst>
          </p:cNvPr>
          <p:cNvSpPr txBox="1"/>
          <p:nvPr/>
        </p:nvSpPr>
        <p:spPr>
          <a:xfrm>
            <a:off x="1283167" y="1436995"/>
            <a:ext cx="6115777" cy="8032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コンピテンシー発表会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7AC7078-F6C8-C470-2AC4-45F4F281AF55}"/>
              </a:ext>
            </a:extLst>
          </p:cNvPr>
          <p:cNvSpPr txBox="1"/>
          <p:nvPr/>
        </p:nvSpPr>
        <p:spPr>
          <a:xfrm>
            <a:off x="2469389" y="2488116"/>
            <a:ext cx="3743332" cy="8032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近日募集開始</a:t>
            </a:r>
          </a:p>
        </p:txBody>
      </p:sp>
    </p:spTree>
    <p:extLst>
      <p:ext uri="{BB962C8B-B14F-4D97-AF65-F5344CB8AC3E}">
        <p14:creationId xmlns:p14="http://schemas.microsoft.com/office/powerpoint/2010/main" val="2086542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284</TotalTime>
  <Words>20</Words>
  <Application>Microsoft Office PowerPoint</Application>
  <PresentationFormat>ユーザー設定</PresentationFormat>
  <Paragraphs>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宣明 原口</dc:creator>
  <cp:lastModifiedBy>宣明 原口</cp:lastModifiedBy>
  <cp:revision>3</cp:revision>
  <dcterms:created xsi:type="dcterms:W3CDTF">2026-05-31T03:09:49Z</dcterms:created>
  <dcterms:modified xsi:type="dcterms:W3CDTF">2026-06-08T15:05:44Z</dcterms:modified>
</cp:coreProperties>
</file>